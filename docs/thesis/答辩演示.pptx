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资源声明：预约时勾选所需设备，同时段配额事务内校验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管理端：独立控制台——场次调整、用户管理、通知发布、资源清单、运行日志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v2→v6）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765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11 张表；v3 容量制；v4 提醒防重 + CHECK 重建；v5 资源表 assets；v6 资源声明表 asset_claims（预约×资源）。全部幂等迁移，旧库实测。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45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业务闭环延伸至资源管理一体化：资源清单、利用率统计、提醒、备份轮转、归档、爽约信用、重叠检测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