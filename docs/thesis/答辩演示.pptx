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语言的实验室预约与候补系统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507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v2→v4）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3897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9 张表；v2 签到/取消原因/通知表；v3 容量制、退役唯一索引；v4 提醒防重加列 + CHECK 约束重建（建新表—拷贝—改名）。全部幂等迁移，旧库实测升级。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5541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105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独立控制台十页签：场次开始前调整、用户管理（近 7 天爽约列与「受限中」标记）、通知发布、运行日志筛选；统计图为纯 DOM 生成的 SVG，零依赖。运营：场次开始提醒（reminded_at 防重）、自动备份轮转、30 天历史归档、--demo-days 演示数据。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42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业务闭环延伸至运营：提醒、备份轮转、归档、爽约信用、重叠检测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