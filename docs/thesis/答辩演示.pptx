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472113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三、需求与业务规则（BR1–BR21）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候补：满员排队，释放后同事务连续补位；限时签到：超时爽约回收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爽约信用受限；时间重叠检测；预约审批流（PENDING→批准重校容量）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候补策略三档：可执行 FIFO（BR19 默认）/ strict / weighted 老化加权（1000·优先级+200·信用+60·log₂ 等待）；HELD 限时保留（BR20）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抢占（BR15，仅未签到者）× 信用账户（BR16，补偿/周回补）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资源域：声明配额（BR12）· 维护工单（BR18）· 时段窗（BR17）· 资格授权（BR21）；周配额（BR13）· 提前量（BR14）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管理端：独立控制台；API 访问令牌自助管理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v2→v5）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871465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17 张表（核心 11 表 + r17-r24 扩展 6 表）；v3 容量制；v4 提醒防重 + CHECK 重建；v5 资源表 assets 及声明/时段窗/维护工单/资格/信用/令牌各表。全部幂等迁移，旧库实测。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事务内校验容量不变量：占容（CONFIRMED+HELD）≤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次并发争抢，每轮成功数与落库占用数恒为 1，实验条件下未出现超卖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6826091" cy="539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独立控制台十二页签：场次调整、待审批专页（批量审批）、用户管理、资源管理（三态维护）、通知发布、运行日志；统计页含利用率表与 SVG 图；全员记录表内置强制取消/代签退。用户端预约卡可勾选资源声明，同时段配额事务内校验（BR12），取消自动释放。运营：提醒、备份轮转、归档、聚合概览/冲突检测/信用概览（v1.17.0）、--demo-days。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25 个（纯函数/不变量/业务直调/限流纯函数/outbox 派发）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79 项断言组（T01–T78 及 CLI；组合验证 T63–T67、T68–T69、策略治理 T70–T73、差分属性 T74、管理操作 T75–T78）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51,140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1.07，显著降低账号枚举可观测差异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1（实验样本内未出现超卖）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该实验条件下，事务协议足以替代唯一索引兜底；三策略矩阵：strict 队首冲突空置，executable/weighted 满额递补且 weighted 平均等待减半（7.2ks→3.6ks）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304 → 1948 rps（+541%）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p50：63.9ms → 8.2ms（-87%）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写路径受写锁约束：+2%~+63%，符合预期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81.5% ~ 98.1%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51,140 请求：工作集 +3MB、句柄 +44，浸泡窗口内未观察到持续增长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一体化深化：资源声明配额、审批流、候补三档策略（含老化加权）、资格授权、信用账户、约束感知建议（含转正概率）、公平性审计（Jain 指数）、每日候补上限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