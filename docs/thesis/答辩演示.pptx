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47211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三、需求与业务规则（BR1–BR21）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候补：满员排队，释放后同事务连续补位；限时签到：超时爽约回收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爽约信用受限；时间重叠检测；预约审批流（PENDING→批准重校容量）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候补策略三档：可执行 FIFO（BR19 默认）/ strict / weighted 老化加权（1000·优先级+200·信用+60·log₂ 等待）；HELD 限时保留（BR20）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抢占（BR15，仅未签到者）× 信用账户（BR16，补偿/周回补）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资源域：声明配额（BR12）· 维护工单（BR18）· 时段窗（BR17）· 资格授权（BR21）；周配额（BR13）· 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871465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826091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75 项断言组（T01–T74 及 CLI；组合验证 T63–T67、T68–T69、策略治理 T70–T73、差分属性 T74）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该实验条件下，事务协议足以替代唯一索引兜底；三策略矩阵：strict 队首冲突空置，executable/weighted 满额递补且 weighted 平均等待减半（7.2ks→3.6ks）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304 → 1948 rps（+541%）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p50：63.9ms → 8.2ms（-87%）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写路径受写锁约束：+2%~+63%，符合预期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81.5% ~ 98.1%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一体化深化：资源声明配额、审批流、候补三档策略（含老化加权）、资格授权、信用账户、约束感知建议（含转正概率）、公平性审计（Jain 指数）、每日候补上限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