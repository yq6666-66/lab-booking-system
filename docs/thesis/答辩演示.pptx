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生命周期三件套：创建 / 改期（原子+补位联动）/ 取消；资源声明配额（BR12）；每周配额（BR13）；提前量（BR14）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管理端：独立控制台——场次调整、用户管理、通知发布、资源清单、运行日志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v2→v6）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765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11 张表；v3 容量制；v4 提醒防重 + CHECK 重建；v5 资源表 assets；v6 资源声明表 asset_claims（预约×资源）。全部幂等迁移，旧库实测。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51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一体化深化：资源声明配额、实机时利用率、周期发布、每周配额、日历导出、Prometheus 端点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