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0739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三、需求与业务规则（BR1–BR11）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FIFO 候补：满员排队，释放后同事务连续补位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限时签到：超时爽约回收并自动补位，双向通知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爽约信用：近 7 天两次爽约受限拒约；时间重叠检测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管理端：独立控制台——场次调整、用户管理、通知发布、资源清单、运行日志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v2→v5）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4210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10 张表；v2 签到/取消原因/通知表；v3 容量制；v4 提醒防重 + CHECK 重建；v5 资源表 assets（实验室内名唯一、三态）。全部幂等迁移，旧库实测。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事务内校验容量不变量：已约数 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次并发争抢，每轮恰好 1 席，零超卖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6487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独立控制台十一页签：场次开始前调整、用户管理（近 7 天爽约列与「受限中」标记）、资源管理（设备清单三态维护）、通知发布、运行日志筛选；统计页含利用率表与 SVG 图，零依赖。运营：开场提醒（防重）、备份轮转、30 天归档、--demo-days 演示数据。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44 项断言组（独立 Python 客户端驱动真实进程）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1.07，无账号枚举侧信道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1，零超卖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容量制下并发正确性由事务协议完全保证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451 → 3155 rps（+599%）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p50：41.71ms → 5.73ms（-86%）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写路径受写锁约束：+10%~+100%，符合预期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84.6% ~ 98%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+44，无泄漏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业务闭环延伸至资源管理一体化：资源清单、利用率统计、提醒、备份轮转、归档、爽约信用、重叠检测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