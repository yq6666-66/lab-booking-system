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生命周期三件套：创建 / 改期（原子+补位联动）/ 取消；资源声明配额（BR12）；每周配额（BR13）；提前量（BR14）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审批流：require_approval 实验室预约落 PENDING，批准时事务内重校容量（APPROVAL_CAPACITY）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候补策略：可执行 FIFO（BR19，暂跳冲突保留序号）与 strict 对照；HELD 限时保留（BR20，confirm 确认）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信用账户（BR16，+1 抢占补偿/周回补）与优先级抢占（BR15，仅未签到者）；维护工单（BR18）、时段窗（BR17）、资格授权（BR21）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管理端：独立控制台——场次调整、用户管理、通知发布、资源清单、运行日志；API 访问令牌自助管理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v2→v5）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765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17 张表（核心 11 表 + r17-r24 扩展 6 表）；v3 容量制；v4 提醒防重 + CHECK 重建；v5 资源表 assets 及声明/时段窗/维护工单/资格/信用/令牌各表。全部幂等迁移，旧库实测。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事务内校验容量不变量：占容（CONFIRMED+HELD）≤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次并发争抢，每轮成功数与落库占用数恒为 1，实验条件下未出现超卖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68 项断言组（T01–T67 + CLI 检查；含组合规则验证 T63–T67）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1.07，显著降低账号枚举可观测差异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1（实验样本内未出现超卖）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该实验条件下，事务协议足以替代唯一索引兜底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+44，浸泡窗口内未观察到持续增长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一体化深化：资源声明配额、实机时利用率、周期发布、每周配额、日历导出、Prometheus 端点、审批流、候补策略、资格授权、信用账户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