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基于 C 语言的实验室预约与候补系统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软件工程毕业设计答辩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答辩人：＿＿＿＿＿＿　指导教师：＿＿＿＿＿＿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一、背景与问题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开放实验室机时紧张：冲突、爽约、候补无序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人工/表格管理：无冲突防护、名额不流转、难审计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选题价值：并发争抢 + 幂等去重 + 崩溃恢复，是软件工程核心难题的浓缩场景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语言选择：C11 贴近系统底层，显式资源管理，正确性论证更有说服力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二、系统总览</a:t>
            </a:r>
          </a:p>
        </p:txBody>
      </p:sp>
      <p:pic>
        <p:nvPicPr>
          <p:cNvPr id="3" name="Picture 2" descr="fig4-1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607391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五层架构：浏览器 → CivetWeb 接入 → 单写者事务业务层 → db.c 数据访问 → SQLite。横切：限流、指标、日志、后台任务（提醒/备份/归档）。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三、需求与业务规则（BR1–BR11）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容量制预约：场次 1..200 席位，实时显示已约 X/Y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FIFO 候补：满员排队，释放后同事务连续补位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限时签到：超时爽约回收并自动补位，双向通知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幂等重试：每操作携带 UUID，同号重放返回原结果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爽约信用：近 7 天两次爽约受限拒约；时间重叠检测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管理端：独立控制台——场次调整、用户管理、通知发布、运行日志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四、数据模型（schema v2→v4）</a:t>
            </a:r>
          </a:p>
        </p:txBody>
      </p:sp>
      <p:pic>
        <p:nvPicPr>
          <p:cNvPr id="3" name="Picture 2" descr="fig4-2-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54210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9 张表；v2 签到/取消原因/通知表；v3 容量制、退役唯一索引；v4 提醒防重加列 + CHECK 约束重建（建新表—拷贝—改名）。全部幂等迁移，旧库实测升级。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五、核心机制 1：并发一致性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BEGIN IMMEDIATE 单写者：写事务串行化排队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事务内校验容量不变量：已约数 ≤ capacity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唯一索引兜底（v1）→ 事务协议保证（v3）的演进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实证：720 次并发争抢，每轮恰好 1 席，零超卖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六、核心机制 2：请求去重回执</a:t>
            </a:r>
          </a:p>
        </p:txBody>
      </p:sp>
      <p:pic>
        <p:nvPicPr>
          <p:cNvPr id="3" name="Picture 2" descr="fig4-6-ded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664875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同编号同参数重放原结果；同编号异参数 409；5xx 不落回执可安全重试——以“至少一次+幂等”替代“恰好一次”。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七、核心机制 3：取消补位与爽约回收</a:t>
            </a:r>
          </a:p>
        </p:txBody>
      </p:sp>
      <p:pic>
        <p:nvPicPr>
          <p:cNvPr id="3" name="Picture 2" descr="fig4-4-cancel-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5016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取消与 promote_fill 同事务；扫描线程单事务完成爽约回收+补位+通知；补位以补位时刻为签到起点，消除死循环。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八、管理控制台与运营能力</a:t>
            </a:r>
          </a:p>
        </p:txBody>
      </p:sp>
      <p:pic>
        <p:nvPicPr>
          <p:cNvPr id="3" name="Picture 2" descr="fig5-1-admin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97280"/>
            <a:ext cx="8412480" cy="5257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26880" y="1280160"/>
            <a:ext cx="25603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18322D"/>
                </a:solidFill>
              </a:defRPr>
            </a:pPr>
            <a:r>
              <a:t>独立控制台十页签：场次开始前调整、用户管理（近 7 天爽约列与「受限中」标记）、通知发布、运行日志筛选；统计图为纯 DOM 生成的 SVG，零依赖。运营：场次开始提醒（reminded_at 防重）、自动备份轮转、30 天历史归档、--demo-days 演示数据。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九、验证体系：五层自动化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单元测试 24 个（纯函数/不变量/业务直调/限流纯函数）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集成实验 42 项断言组（独立 Python 客户端驱动真实进程）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故障注入三类各 10 轮共 30 次：提交前 86 / 提交后 87 / 扫描中途 88，全部正确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模糊 240 次恶意输入零崩溃；浸泡 34970 请求零错误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CI 三通道门禁：构建与测试 / 静态分析 / AddressSanitizer 内存安全（llvm-mingw）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计时旁路实验：登录有效/无效账号响应时间比 1.07，无账号枚举侧信道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十、并发争抢实验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1/5/10/20 并发 × 20 轮 = 720 次争抢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每轮成功预约数 = 数据库占用数 = 1，零超卖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其余请求全部收到明确 409，无忙碌失败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容量制下并发正确性由事务协议完全保证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十一、性能优化实验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优化点：每线程连接复用 + 预编译语句 LRU 缓存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读路径：20 并发吞吐 451 → 3155 rps（+599%）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读路径 p50：41.71ms → 5.73ms（-86%）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写路径受写锁约束：+10%~+100%，符合预期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方法：同机同参前后对比，数据与脚本全部归档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十二、覆盖率与稳健性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gcov 行覆盖率：全模块 84.6% ~ 98%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模糊实验 240 次恶意输入：零崩溃、零 5xx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浸泡 34970 请求：工作集 +3MB、句柄 +44，无泄漏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七个真实缺陷由测试先行暴露并回归固化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十三、总结与展望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结论：C + 轻组件 + 事务纪律 + 自动化实验 = 可论证的可靠性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业务闭环延伸至运营：提醒、备份轮转、归档、爽约信用、重叠检测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不足：单机回环、无 TLS、写并发受单写者限制</a:t>
            </a:r>
          </a:p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展望：TLS、门禁对接、多实例、机时分析、推送渠道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76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恳请各位老师批评指正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>
                <a:solidFill>
                  <a:srgbClr val="18322D"/>
                </a:solidFill>
              </a:defRPr>
            </a:pPr>
            <a:r>
              <a:t>▪ 演示环境：http://127.0.0.1:8080（现场走查）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