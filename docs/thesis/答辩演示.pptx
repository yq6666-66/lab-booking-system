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07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资源声明：预约时勾选设备+同时段配额（BR12）；每周配额（BR13）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管理端：独立控制台——场次调整、用户管理、通知发布、资源清单、运行日志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v2→v6）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765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11 张表；v3 容量制；v4 提醒防重 + CHECK 重建；v5 资源表 assets；v6 资源声明表 asset_claims（预约×资源）。全部幂等迁移，旧库实测。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6487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独立控制台十一页签：场次调整、用户管理、资源管理（三态维护）、通知发布、运行日志；统计页含利用率表与 SVG 图。用户端预约卡可勾选资源声明，同时段配额事务内校验（BR12），取消自动释放。运营：提醒、备份轮转、归档、--demo-days。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48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1.07，无账号枚举侧信道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一体化深化：资源声明配额、实机时利用率、周期性发布、每周配额、iCalendar 导出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