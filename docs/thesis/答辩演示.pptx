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47211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三、需求与业务规则（BR1–BR21）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候补：满员排队，释放后同事务连续补位；限时签到：超时爽约回收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爽约信用受限；时间重叠检测；预约审批流（PENDING→批准重校容量）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候补策略：可执行 FIFO（BR19，暂跳冲突保留序号）与 strict；HELD 限时保留（BR20，confirm 确认）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抢占（BR15，仅未签到者）× 信用账户（BR16，补偿/周回补）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资源域：声明配额（BR12）· 维护工单（BR18）· 时段窗（BR17）· 资格授权（BR21）；周配额（BR13）· 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871465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826091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70 项断言组（T01–T69 及 CLI 检查；组合验证 T63–T67、凭据生命周期 T68、约束感知建议 T69）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304 → 1948 rps（+541%）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p50：63.9ms → 8.2ms（-87%）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写路径受写锁约束：+2%~+63%，符合预期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83.5% ~ 98.1%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一体化深化：资源声明配额、实机时利用率、周期发布、每周配额、日历导出、Prometheus 端点、审批流、候补策略、资格授权、信用账户、约束感知建议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